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315" r:id="rId43"/>
    <p:sldId id="316" r:id="rId44"/>
    <p:sldId id="317" r:id="rId45"/>
    <p:sldId id="318" r:id="rId46"/>
    <p:sldId id="320" r:id="rId47"/>
    <p:sldId id="321" r:id="rId48"/>
    <p:sldId id="322" r:id="rId49"/>
    <p:sldId id="319" r:id="rId50"/>
    <p:sldId id="297" r:id="rId51"/>
    <p:sldId id="298" r:id="rId52"/>
    <p:sldId id="299" r:id="rId53"/>
    <p:sldId id="301" r:id="rId54"/>
    <p:sldId id="311" r:id="rId55"/>
    <p:sldId id="312" r:id="rId56"/>
    <p:sldId id="313" r:id="rId57"/>
    <p:sldId id="323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233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0"/>
            <a:ext cx="91440" cy="10972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6459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Creation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of Notification</a:t>
            </a:r>
            <a:endParaRPr lang="en-US" sz="1800" dirty="0"/>
          </a:p>
        </p:txBody>
      </p:sp>
      <p:pic>
        <p:nvPicPr>
          <p:cNvPr id="4" name="Image 0" descr="/home/claude/docx_extracted/word/media/image1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Policy</a:t>
            </a:r>
            <a:endParaRPr lang="en-US" sz="1800" dirty="0"/>
          </a:p>
        </p:txBody>
      </p:sp>
      <p:pic>
        <p:nvPicPr>
          <p:cNvPr id="4" name="Image 0" descr="/home/claude/docx_extracted/word/media/image2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Thresholds</a:t>
            </a:r>
            <a:endParaRPr lang="en-US" sz="1800" dirty="0"/>
          </a:p>
        </p:txBody>
      </p:sp>
      <p:pic>
        <p:nvPicPr>
          <p:cNvPr id="4" name="Image 0" descr="/home/claude/docx_extracted/word/media/image2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Schedule and Trigger</a:t>
            </a:r>
            <a:endParaRPr lang="en-US" sz="1800" dirty="0"/>
          </a:p>
        </p:txBody>
      </p:sp>
      <p:pic>
        <p:nvPicPr>
          <p:cNvPr id="4" name="Image 0" descr="/home/claude/docx_extracted/word/media/image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4" name="Image 0" descr="/home/claude/docx_extracted/word/media/image4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When Job Started</a:t>
            </a:r>
            <a:endParaRPr lang="en-US" sz="1800" dirty="0"/>
          </a:p>
        </p:txBody>
      </p:sp>
      <p:pic>
        <p:nvPicPr>
          <p:cNvPr id="4" name="Image 0" descr="/home/claude/docx_extracted/word/media/image1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Run event Logs</a:t>
            </a:r>
            <a:endParaRPr lang="en-US" sz="1800" dirty="0"/>
          </a:p>
        </p:txBody>
      </p:sp>
      <p:pic>
        <p:nvPicPr>
          <p:cNvPr id="4" name="Image 0" descr="/home/claude/docx_extracted/word/media/image3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</a:t>
            </a: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1800" dirty="0"/>
          </a:p>
        </p:txBody>
      </p:sp>
      <p:pic>
        <p:nvPicPr>
          <p:cNvPr id="4" name="Image 0" descr="/home/claude/docx_extracted/word/media/image1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4" name="Image 0" descr="/home/claude/docx_extracted/word/media/image5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Job pipeline</a:t>
            </a:r>
            <a:endParaRPr lang="en-US" sz="1800" dirty="0"/>
          </a:p>
        </p:txBody>
      </p:sp>
      <p:pic>
        <p:nvPicPr>
          <p:cNvPr id="4" name="Image 0" descr="/home/claude/docx_extracted/word/media/image5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Timeline</a:t>
            </a:r>
            <a:endParaRPr lang="en-US" sz="1800" dirty="0"/>
          </a:p>
        </p:txBody>
      </p:sp>
      <p:pic>
        <p:nvPicPr>
          <p:cNvPr id="4" name="Image 0" descr="/home/claude/docx_extracted/word/media/image5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List</a:t>
            </a:r>
            <a:endParaRPr lang="en-US" sz="1800" dirty="0"/>
          </a:p>
        </p:txBody>
      </p:sp>
      <p:pic>
        <p:nvPicPr>
          <p:cNvPr id="4" name="Image 0" descr="/home/claude/docx_extracted/word/media/image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Success mails</a:t>
            </a:r>
            <a:endParaRPr lang="en-US" sz="1800" dirty="0"/>
          </a:p>
        </p:txBody>
      </p:sp>
      <p:pic>
        <p:nvPicPr>
          <p:cNvPr id="4" name="Image 0" descr="/home/claude/docx_extracted/word/media/image5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Databricks</a:t>
            </a: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access token (airflow)</a:t>
            </a:r>
            <a:endParaRPr lang="en-US" sz="1800" dirty="0"/>
          </a:p>
        </p:txBody>
      </p:sp>
      <p:pic>
        <p:nvPicPr>
          <p:cNvPr id="4" name="Image 0" descr="/home/claude/docx_extracted/word/media/image1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4" name="Image 0" descr="/home/claude/docx_extracted/word/media/image3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4" name="Image 0" descr="/home/claude/docx_extracted/word/media/image3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4" name="Image 0" descr="/home/claude/docx_extracted/word/media/image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4" name="Image 0" descr="/home/claude/docx_extracted/word/media/image3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4" name="Image 0" descr="/home/claude/docx_extracted/word/media/image1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4" name="Image 0" descr="/home/claude/docx_extracted/word/media/image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4" name="Image 0" descr="/home/claude/docx_extracted/word/media/image5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YML File to Bring Databricks</a:t>
            </a:r>
            <a:endParaRPr lang="en-US" sz="1800" dirty="0"/>
          </a:p>
        </p:txBody>
      </p:sp>
      <p:pic>
        <p:nvPicPr>
          <p:cNvPr id="4" name="Image 0" descr="/home/claude/docx_extracted/word/media/image4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Library Under Connection</a:t>
            </a:r>
            <a:endParaRPr lang="en-US" sz="1800" dirty="0"/>
          </a:p>
        </p:txBody>
      </p:sp>
      <p:pic>
        <p:nvPicPr>
          <p:cNvPr id="4" name="Image 0" descr="/home/claude/docx_extracted/word/media/image5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Docker desktop</a:t>
            </a:r>
            <a:endParaRPr lang="en-US" sz="1800" dirty="0"/>
          </a:p>
        </p:txBody>
      </p:sp>
      <p:pic>
        <p:nvPicPr>
          <p:cNvPr id="4" name="Image 0" descr="/home/claude/docx_extracted/word/media/image5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Dag run success</a:t>
            </a:r>
            <a:endParaRPr lang="en-US" sz="1800" dirty="0"/>
          </a:p>
        </p:txBody>
      </p:sp>
      <p:pic>
        <p:nvPicPr>
          <p:cNvPr id="4" name="Image 0" descr="/home/claude/docx_extracted/word/media/image2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4" name="Image 0" descr="/home/claude/docx_extracted/word/media/image2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4" name="Image 0" descr="/home/claude/docx_extracted/word/media/image4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4" name="Image 0" descr="/home/claude/docx_extracted/word/media/image2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ADLS Connection</a:t>
            </a:r>
            <a:endParaRPr lang="en-US" sz="1800" dirty="0"/>
          </a:p>
        </p:txBody>
      </p:sp>
      <p:pic>
        <p:nvPicPr>
          <p:cNvPr id="4" name="Image 0" descr="/home/claude/docx_extracted/word/media/image3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ADLS Connection (2)</a:t>
            </a:r>
            <a:endParaRPr lang="en-US" sz="1800" dirty="0"/>
          </a:p>
        </p:txBody>
      </p:sp>
      <p:pic>
        <p:nvPicPr>
          <p:cNvPr id="4" name="Image 0" descr="/home/claude/docx_extracted/word/media/image5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ADLS Connection (3)</a:t>
            </a:r>
            <a:endParaRPr lang="en-US" sz="1800" dirty="0"/>
          </a:p>
        </p:txBody>
      </p:sp>
      <p:pic>
        <p:nvPicPr>
          <p:cNvPr id="4" name="Image 0" descr="/home/claude/docx_extracted/word/media/image4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ADLS Connection (4)</a:t>
            </a:r>
            <a:endParaRPr lang="en-US" sz="1800" dirty="0"/>
          </a:p>
        </p:txBody>
      </p:sp>
      <p:pic>
        <p:nvPicPr>
          <p:cNvPr id="4" name="Image 0" descr="/home/claude/docx_extracted/word/media/image4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ADLS Connection (5)</a:t>
            </a:r>
            <a:endParaRPr lang="en-US" sz="1800" dirty="0"/>
          </a:p>
        </p:txBody>
      </p:sp>
      <p:pic>
        <p:nvPicPr>
          <p:cNvPr id="4" name="Image 0" descr="/home/claude/docx_extracted/word/media/image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ADLS Connection (6)</a:t>
            </a:r>
            <a:endParaRPr lang="en-US" sz="1800" dirty="0"/>
          </a:p>
        </p:txBody>
      </p:sp>
      <p:pic>
        <p:nvPicPr>
          <p:cNvPr id="4" name="Image 0" descr="/home/claude/docx_extracted/word/media/image3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ADLS Connection (7)</a:t>
            </a:r>
            <a:endParaRPr lang="en-US" sz="1800" dirty="0"/>
          </a:p>
        </p:txBody>
      </p:sp>
      <p:pic>
        <p:nvPicPr>
          <p:cNvPr id="4" name="Image 0" descr="/home/claude/docx_extracted/word/media/image4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ADLS Connection (8)</a:t>
            </a:r>
            <a:endParaRPr lang="en-US" sz="1800" dirty="0"/>
          </a:p>
        </p:txBody>
      </p:sp>
      <p:pic>
        <p:nvPicPr>
          <p:cNvPr id="4" name="Image 0" descr="/home/claude/docx_extracted/word/media/image2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ADLS Connection (9)</a:t>
            </a:r>
            <a:endParaRPr lang="en-US" sz="1800" dirty="0"/>
          </a:p>
        </p:txBody>
      </p:sp>
      <p:pic>
        <p:nvPicPr>
          <p:cNvPr id="4" name="Image 0" descr="/home/claude/docx_extracted/word/media/image3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ADLS Connection (10)</a:t>
            </a:r>
            <a:endParaRPr lang="en-US" sz="1800" dirty="0"/>
          </a:p>
        </p:txBody>
      </p:sp>
      <p:pic>
        <p:nvPicPr>
          <p:cNvPr id="4" name="Image 0" descr="/home/claude/docx_extracted/word/media/image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ADLS Connection (11)</a:t>
            </a:r>
            <a:endParaRPr lang="en-US" sz="1800" dirty="0"/>
          </a:p>
        </p:txBody>
      </p:sp>
      <p:pic>
        <p:nvPicPr>
          <p:cNvPr id="4" name="Image 0" descr="/home/claude/docx_extracted/word/media/image5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Mail</a:t>
            </a:r>
            <a:endParaRPr lang="en-US" sz="1800" dirty="0"/>
          </a:p>
        </p:txBody>
      </p:sp>
      <p:pic>
        <p:nvPicPr>
          <p:cNvPr id="4" name="Image 0" descr="/home/claude/docx_extracted/word/media/image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659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ADF Pipeline — Get Metadata + If Condition (Succeeded)</a:t>
            </a:r>
          </a:p>
        </p:txBody>
      </p:sp>
      <p:pic>
        <p:nvPicPr>
          <p:cNvPr id="4" name="Image 0" descr="/home/claude/docx_extracted/word/media/image44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659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ADF Pipeline — True Branch: Copy data2 (Sink: Parquet2)</a:t>
            </a:r>
          </a:p>
        </p:txBody>
      </p:sp>
      <p:pic>
        <p:nvPicPr>
          <p:cNvPr id="4" name="Image 0" descr="/home/claude/docx_extracted/word/media/image44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659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ADF Pipeline — False Branch: Set Variable (File not found)</a:t>
            </a:r>
          </a:p>
        </p:txBody>
      </p:sp>
      <p:pic>
        <p:nvPicPr>
          <p:cNvPr id="4" name="Image 0" descr="/home/claude/docx_extracted/word/media/image44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659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ADF Pipeline — Full Pipeline View with If Condition</a:t>
            </a:r>
          </a:p>
        </p:txBody>
      </p:sp>
      <p:pic>
        <p:nvPicPr>
          <p:cNvPr id="4" name="Image 0" descr="/home/claude/docx_extracted/word/media/image44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3" y="0"/>
            <a:ext cx="8850015" cy="497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189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1" y="120443"/>
            <a:ext cx="9090369" cy="511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0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3216"/>
            <a:ext cx="9163665" cy="515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23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659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Azure DevOps — ADF Pipeline Git Commits</a:t>
            </a:r>
          </a:p>
        </p:txBody>
      </p:sp>
      <p:pic>
        <p:nvPicPr>
          <p:cNvPr id="4" name="Image 0" descr="/home/claude/docx_extracted/word/media/image44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Git</a:t>
            </a: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connection</a:t>
            </a:r>
            <a:endParaRPr lang="en-US" sz="1800" dirty="0"/>
          </a:p>
        </p:txBody>
      </p:sp>
      <p:pic>
        <p:nvPicPr>
          <p:cNvPr id="4" name="Image 0" descr="/home/claude/docx_extracted/word/media/image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4" name="Image 0" descr="/home/claude/docx_extracted/word/media/image1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4" name="Image 0" descr="/home/claude/docx_extracted/word/media/image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Mail (6)</a:t>
            </a:r>
            <a:endParaRPr lang="en-US" sz="1800" dirty="0"/>
          </a:p>
        </p:txBody>
      </p:sp>
      <p:pic>
        <p:nvPicPr>
          <p:cNvPr id="4" name="Image 0" descr="/home/claude/docx_extracted/word/media/image22.png"/>
          <p:cNvPicPr>
            <a:picLocks noChangeAspect="1"/>
          </p:cNvPicPr>
          <p:nvPr/>
        </p:nvPicPr>
        <p:blipFill rotWithShape="1">
          <a:blip r:embed="rId3"/>
          <a:srcRect t="5620"/>
          <a:stretch/>
        </p:blipFill>
        <p:spPr>
          <a:xfrm>
            <a:off x="457200" y="1101212"/>
            <a:ext cx="8229600" cy="39051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4" name="Image 0" descr="/home/claude/docx_extracted/word/media/image2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4" name="Image 0" descr="/home/claude/docx_extracted/word/media/image2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4" name="Image 0" descr="/home/claude/docx_extracted/word/media/image1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115"/>
            <a:ext cx="8547734" cy="480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668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800" dirty="0"/>
          </a:p>
        </p:txBody>
      </p:sp>
      <p:pic>
        <p:nvPicPr>
          <p:cNvPr id="4" name="Image 0" descr="/home/claude/docx_extracted/word/media/image4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(2)</a:t>
            </a:r>
            <a:endParaRPr lang="en-US" sz="1800" dirty="0"/>
          </a:p>
        </p:txBody>
      </p:sp>
      <p:pic>
        <p:nvPicPr>
          <p:cNvPr id="4" name="Image 0" descr="/home/claude/docx_extracted/word/media/image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(3)</a:t>
            </a:r>
            <a:endParaRPr lang="en-US" sz="1800" dirty="0"/>
          </a:p>
        </p:txBody>
      </p:sp>
      <p:pic>
        <p:nvPicPr>
          <p:cNvPr id="4" name="Image 0" descr="/home/claude/docx_extracted/word/media/image3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(4)</a:t>
            </a:r>
            <a:endParaRPr lang="en-US" sz="1800" dirty="0"/>
          </a:p>
        </p:txBody>
      </p:sp>
      <p:pic>
        <p:nvPicPr>
          <p:cNvPr id="4" name="Image 0" descr="/home/claude/docx_extracted/word/media/image3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(5)</a:t>
            </a:r>
            <a:endParaRPr lang="en-US" sz="1800" dirty="0"/>
          </a:p>
        </p:txBody>
      </p:sp>
      <p:pic>
        <p:nvPicPr>
          <p:cNvPr id="4" name="Image 0" descr="/home/claude/docx_extracted/word/media/image2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(6)</a:t>
            </a:r>
            <a:endParaRPr lang="en-US" sz="1800" dirty="0"/>
          </a:p>
        </p:txBody>
      </p:sp>
      <p:pic>
        <p:nvPicPr>
          <p:cNvPr id="4" name="Image 0" descr="/home/claude/docx_extracted/word/media/image3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(7)</a:t>
            </a:r>
            <a:endParaRPr lang="en-US" sz="1800" dirty="0"/>
          </a:p>
        </p:txBody>
      </p:sp>
      <p:pic>
        <p:nvPicPr>
          <p:cNvPr id="4" name="Image 0" descr="/home/claude/docx_extracted/word/media/image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(8)</a:t>
            </a:r>
            <a:endParaRPr lang="en-US" sz="1800" dirty="0"/>
          </a:p>
        </p:txBody>
      </p:sp>
      <p:pic>
        <p:nvPicPr>
          <p:cNvPr id="4" name="Image 0" descr="/home/claude/docx_extracted/word/media/image1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2296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(9)</a:t>
            </a:r>
            <a:endParaRPr lang="en-US" sz="1800" dirty="0"/>
          </a:p>
        </p:txBody>
      </p:sp>
      <p:pic>
        <p:nvPicPr>
          <p:cNvPr id="4" name="Image 0" descr="/home/claude/docx_extracted/word/media/image4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4137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265</Words>
  <Application>Microsoft Office PowerPoint</Application>
  <PresentationFormat>On-screen Show (16:9)</PresentationFormat>
  <Paragraphs>102</Paragraphs>
  <Slides>66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Screenshots</dc:title>
  <dc:subject>PptxGenJS Presentation</dc:subject>
  <dc:creator>PptxGenJS</dc:creator>
  <cp:lastModifiedBy>DELL</cp:lastModifiedBy>
  <cp:revision>14</cp:revision>
  <dcterms:created xsi:type="dcterms:W3CDTF">2026-04-08T18:36:40Z</dcterms:created>
  <dcterms:modified xsi:type="dcterms:W3CDTF">2026-04-11T05:24:03Z</dcterms:modified>
</cp:coreProperties>
</file>